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1908869"/>
            <a:ext cx="314325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251" y="4453681"/>
            <a:ext cx="6553497" cy="495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7966" y="2480369"/>
            <a:ext cx="8536066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Montserrat"/>
              </a:rPr>
              <a:t>AfriConnect Summit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02359"/>
            <a:ext cx="7620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Segoe UI"/>
              </a:rPr>
              <a:t>Présentation de la conception, développement web et architecture de la plateforme officielle du sommet.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2436" y="4625131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064770" y="4625131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3180" y="4625131"/>
            <a:ext cx="1143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87934"/>
            <a:ext cx="2023169" cy="31124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794" y="2287934"/>
            <a:ext cx="2023169" cy="311244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564" y="2287934"/>
            <a:ext cx="2023169" cy="31124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6333" y="2287934"/>
            <a:ext cx="2023169" cy="31124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8103" y="2287934"/>
            <a:ext cx="2023169" cy="31124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135659"/>
            <a:ext cx="154425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01.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752701"/>
            <a:ext cx="147071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Introduction et Objectifs stratégiques de l'AfriConnect Summit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9019" y="3135659"/>
            <a:ext cx="154425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02.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9019" y="3501330"/>
            <a:ext cx="147071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Identité visuelle, charte graphique et choix typographiques.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0789" y="3135659"/>
            <a:ext cx="154425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03.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0789" y="3501330"/>
            <a:ext cx="147071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Arborescence des 4 pages du site et logique de répertoires CMD.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2558" y="3135659"/>
            <a:ext cx="154425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04.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2558" y="3752701"/>
            <a:ext cx="147071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Intégration CSS Grid, Flexbox, JavaScript responsive et Git/GitHub.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4328" y="3135659"/>
            <a:ext cx="154425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05. Bilan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4328" y="3501330"/>
            <a:ext cx="147071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Résolution de problèmes, démonstration et perspectives d'avenir.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2583209"/>
            <a:ext cx="3429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9019" y="2583209"/>
            <a:ext cx="3429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0789" y="2583209"/>
            <a:ext cx="390525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2558" y="2583209"/>
            <a:ext cx="428625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4328" y="2583209"/>
            <a:ext cx="3048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Sommaire du Projet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4480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44005"/>
            <a:ext cx="530542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324100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Contexte de l'Événement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37470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Objectif Principal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350841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Public Cible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598390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Un événement informatique majeur planifié à Dakar du 25 au 30 décembre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11760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Connecter les leaders, entrepreneurs et décideurs de l'écosystème tech africain.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625131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Professionnels de la tech, fondateurs de startups, investisseurs et étudiants.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357437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370808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384178"/>
            <a:ext cx="23812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Présentation du Projet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86930"/>
            <a:ext cx="5324475" cy="25144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86930"/>
            <a:ext cx="5324475" cy="25144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4006006"/>
            <a:ext cx="1457325" cy="781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075" y="4006006"/>
            <a:ext cx="1476375" cy="781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850" y="4006006"/>
            <a:ext cx="1457325" cy="781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50" y="2901255"/>
            <a:ext cx="4930616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Palette de Couleurs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266926"/>
            <a:ext cx="46958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Une sélection chromatique élégante alliant technologie et prestige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2901255"/>
            <a:ext cx="4930616" cy="25137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Inspiration Graphique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266926"/>
            <a:ext cx="46958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Segoe UI"/>
              </a:rPr>
              <a:t>Interfaces Épurées et Professionnelles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655516"/>
            <a:ext cx="46958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Le design s'inspire des meilleurs standards internationaux de conférences internationales. L'accent est mis sur les contrastes forts pour assurer une excellente visibilité des informations clés.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2910780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2910780"/>
            <a:ext cx="2381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Identité Visuelle : Palette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8415"/>
            <a:ext cx="5324475" cy="20914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98415"/>
            <a:ext cx="5324475" cy="20914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3112740"/>
            <a:ext cx="4930616" cy="25137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Titres : Montserrat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478410"/>
            <a:ext cx="46958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Segoe UI"/>
              </a:rPr>
              <a:t>Caractère Moderne &amp; Tech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752701"/>
            <a:ext cx="4695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Utilisée pour tous les titres (H1, H2, H3). Montserrat apporte une géométrie ferme, contemporaine et un impact visuel immédiat pour capter l'attention de l'utilisateur.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112740"/>
            <a:ext cx="4930616" cy="25137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Corps de texte : Arial / Segoe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478410"/>
            <a:ext cx="46958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Segoe UI"/>
              </a:rPr>
              <a:t>Lisibilité Optimale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752701"/>
            <a:ext cx="4695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Choix de polices sans-serif épurées pour les paragraphes et menus. Garantit une lecture fluide et sans fatigue visuelle sur tous les écrans numériques.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3122265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122265"/>
            <a:ext cx="18097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Identité Visuelle : Typographie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50765"/>
            <a:ext cx="2586037" cy="25867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62" y="2550765"/>
            <a:ext cx="2586037" cy="25867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550765"/>
            <a:ext cx="2586037" cy="258678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937" y="2550765"/>
            <a:ext cx="2586037" cy="25867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398490"/>
            <a:ext cx="213526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1. Accueil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764160"/>
            <a:ext cx="203358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Hero section avec compte à rebours interactif et section "Pourquoi assister".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1887" y="3398490"/>
            <a:ext cx="213526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2. 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1887" y="3764160"/>
            <a:ext cx="203358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Planning détaillé des 6 jours de conférences, ateliers et sessions de pitch.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398490"/>
            <a:ext cx="213526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3. Intervenants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764160"/>
            <a:ext cx="203358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Présentation des speakers internationaux, mentors et experts de l'industrie.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01162" y="3398490"/>
            <a:ext cx="213526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4. 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1162" y="3764160"/>
            <a:ext cx="203358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Formulaire de contact, plan d'accès à Dakar et liens de réservation de billets.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846040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887" y="2846040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846040"/>
            <a:ext cx="25717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1162" y="2846040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Architecture du Site : Arborescence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126" y="2439757"/>
            <a:ext cx="2391819" cy="18793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925" y="2830859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Structure Rigoilleuse via CMD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3844230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Séparation des Responsabilités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05150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Arborescence créée méthodiquement avec la ligne de commande pour une organisation professionnelle.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118520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Chaque type de fichier dispose de son propre répertoire dédié (CSS, JS, assets).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864197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77567"/>
            <a:ext cx="219075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Organisation des Fichiers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784" y="1495540"/>
            <a:ext cx="4224728" cy="40909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8415"/>
            <a:ext cx="5324475" cy="20914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98415"/>
            <a:ext cx="5324475" cy="20914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3112740"/>
            <a:ext cx="4930616" cy="25137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 JavaScript Dynamique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478410"/>
            <a:ext cx="46958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Segoe UI"/>
              </a:rPr>
              <a:t>Menu Hamburger Mobile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752701"/>
            <a:ext cx="4695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Gestion interactive de l'ouverture/fermeture du menu sur smartphones par le basculement dynamique de la classe .open au clic.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112740"/>
            <a:ext cx="4930616" cy="25137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 Layouts CSS Avancés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478410"/>
            <a:ext cx="46958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Segoe UI"/>
              </a:rPr>
              <a:t>CSS Grid &amp; Flexbox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752701"/>
            <a:ext cx="4695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Utilisation de </a:t>
            </a:r>
            <a:r>
              <a:rPr sz="1350" b="1" i="0" u="none">
                <a:solidFill>
                  <a:srgbClr val="CBD5E1"/>
                </a:solidFill>
                <a:latin typeface="Segoe UI"/>
              </a:rPr>
              <a:t>CSS Grid</a:t>
            </a:r>
            <a:r>
              <a:rPr sz="1350" b="0" i="0" u="none">
                <a:solidFill>
                  <a:srgbClr val="CBD5E1"/>
                </a:solidFill>
                <a:latin typeface="Segoe UI"/>
              </a:rPr>
              <a:t> pour structurer les cartes de la section "Pourquoi", et de </a:t>
            </a:r>
            <a:r>
              <a:rPr sz="1350" b="1" i="0" u="none">
                <a:solidFill>
                  <a:srgbClr val="CBD5E1"/>
                </a:solidFill>
                <a:latin typeface="Segoe UI"/>
              </a:rPr>
              <a:t>Flexbox</a:t>
            </a:r>
            <a:r>
              <a:rPr sz="1350" b="0" i="0" u="none">
                <a:solidFill>
                  <a:srgbClr val="CBD5E1"/>
                </a:solidFill>
                <a:latin typeface="Segoe UI"/>
              </a:rPr>
              <a:t> pour aligner la barre de navigation de manière fluide.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3122265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122265"/>
            <a:ext cx="1619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Réalisation Technique (CSS/JS)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4480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44005"/>
            <a:ext cx="530542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30859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Adaptation Mobile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844230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Reconstitution des Grilles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105150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Intégration de Media Queries ciblant spécifiquement le point de rupture @media (max-width: 768px).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118520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Passage des dispositions multi-colonnes à une colonne unique sur petits écrans.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64197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77567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Responsive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4480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44005"/>
            <a:ext cx="530542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30859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 </a:t>
            </a:r>
            <a:r>
              <a:rPr sz="1350" b="1" i="0" u="none">
                <a:solidFill>
                  <a:srgbClr val="FFFFFF"/>
                </a:solidFill>
                <a:latin typeface="Segoe UI"/>
              </a:rPr>
              <a:t>Workflow Git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844230"/>
            <a:ext cx="4981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Hébergement GitHub Pages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105150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Suivi rigoureux des modifications avec des commits explicites et réguliers lors du développement.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118520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Déploiement continu rendant le site accessible en ligne immédiatement pour les utilisateurs et testeurs.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6419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77567"/>
            <a:ext cx="2381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Gestion de Projet : Git &amp; GitHub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13719"/>
            <a:ext cx="5324475" cy="24610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13719"/>
            <a:ext cx="5324475" cy="2461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928044"/>
            <a:ext cx="4930616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7171"/>
                </a:solidFill>
                <a:latin typeface="Montserrat"/>
              </a:rPr>
              <a:t>Problème 1 : Casse des IDs 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293715"/>
            <a:ext cx="4695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Segoe UI"/>
              </a:rPr>
              <a:t>Erreur :</a:t>
            </a:r>
            <a:r>
              <a:rPr sz="1350" b="0" i="0" u="none">
                <a:solidFill>
                  <a:srgbClr val="CBD5E1"/>
                </a:solidFill>
                <a:latin typeface="Segoe UI"/>
              </a:rPr>
              <a:t> Le menu hamburger ne réagissait pas au clic en raison d'un désalignement de casse (navMenu dans le script vs nav-menu en HTML).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4211835"/>
            <a:ext cx="46958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ADE80"/>
                </a:solidFill>
                <a:latin typeface="Segoe UI"/>
              </a:rPr>
              <a:t>Solution :</a:t>
            </a:r>
            <a:r>
              <a:rPr sz="1350" b="0" i="0" u="none">
                <a:solidFill>
                  <a:srgbClr val="4ADE80"/>
                </a:solidFill>
                <a:latin typeface="Segoe UI"/>
              </a:rPr>
              <a:t> Harmonisation stricte de la casse et vérification des identifiants entre HTML et JS.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928044"/>
            <a:ext cx="4930616" cy="25137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7171"/>
                </a:solidFill>
                <a:latin typeface="Montserrat"/>
              </a:rPr>
              <a:t>Problème 2 : Espaces Blancs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293715"/>
            <a:ext cx="46958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Segoe UI"/>
              </a:rPr>
              <a:t>Erreur :</a:t>
            </a:r>
            <a:r>
              <a:rPr sz="1350" b="0" i="0" u="none">
                <a:solidFill>
                  <a:srgbClr val="CBD5E1"/>
                </a:solidFill>
                <a:latin typeface="Segoe UI"/>
              </a:rPr>
              <a:t> Des marges indésirables apparaissaient entre certaines sections du 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937545"/>
            <a:ext cx="46958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ADE80"/>
                </a:solidFill>
                <a:latin typeface="Segoe UI"/>
              </a:rPr>
              <a:t>Solution :</a:t>
            </a:r>
            <a:r>
              <a:rPr sz="1350" b="0" i="0" u="none">
                <a:solidFill>
                  <a:srgbClr val="4ADE80"/>
                </a:solidFill>
                <a:latin typeface="Segoe UI"/>
              </a:rPr>
              <a:t> Application d'un Reset CSS global (* { margin: 0; padding: 0; }) en début de feuille de style.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2937569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2937569"/>
            <a:ext cx="18097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Difficultés &amp;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87984"/>
            <a:ext cx="3524250" cy="23124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87984"/>
            <a:ext cx="3524250" cy="23124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687984"/>
            <a:ext cx="3524250" cy="23124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3535709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MDN Web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01380"/>
            <a:ext cx="29718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Référence principale pour l'apprentissage et la mise en œuvre de la logique JavaScript moderne.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535709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FontAwesome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901380"/>
            <a:ext cx="29718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Bibliothèque d'icônes vectorielles utilisée pour enrichir l'interface utilisateur visuellement.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2950" y="3535709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Scripts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2950" y="3901380"/>
            <a:ext cx="29718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Automatisation de la création de la structure initiale des dossiers et fichiers du projet.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983259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983259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2983259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Ressources &amp;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5869"/>
            <a:ext cx="5324475" cy="1876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3296394"/>
            <a:ext cx="454342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0" i="0" u="none">
                <a:solidFill>
                  <a:srgbClr val="FFD700"/>
                </a:solidFill>
                <a:latin typeface="Montserrat ExtraBold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4172694"/>
            <a:ext cx="45434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Segoe UI"/>
              </a:rPr>
              <a:t>Fonctionnel &amp; Responsive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812702"/>
            <a:ext cx="5590698" cy="25137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Fonctionnalités Clés Présentées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22227"/>
            <a:ext cx="26670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3206948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Compte à rebours temps réel :</a:t>
            </a:r>
            <a:r>
              <a:rPr sz="1350" b="0" i="0" u="none">
                <a:solidFill>
                  <a:srgbClr val="CBD5E1"/>
                </a:solidFill>
                <a:latin typeface="Segoe UI"/>
              </a:rPr>
              <a:t> Calcul dynamique avant le 25 déc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946028"/>
            <a:ext cx="4981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Navigation mobile :</a:t>
            </a:r>
            <a:r>
              <a:rPr sz="1350" b="0" i="0" u="none">
                <a:solidFill>
                  <a:srgbClr val="CBD5E1"/>
                </a:solidFill>
                <a:latin typeface="Segoe UI"/>
              </a:rPr>
              <a:t> Basculement fluide du menu hamburger.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410819"/>
            <a:ext cx="4981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FFFFF"/>
                </a:solidFill>
                <a:latin typeface="Segoe UI"/>
              </a:rPr>
              <a:t>Sections adaptatives :</a:t>
            </a:r>
            <a:r>
              <a:rPr sz="1350" b="0" i="0" u="none">
                <a:solidFill>
                  <a:srgbClr val="CBD5E1"/>
                </a:solidFill>
                <a:latin typeface="Segoe UI"/>
              </a:rPr>
              <a:t> Grille "Pourquoi" dynamique.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240285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979366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444156"/>
            <a:ext cx="17145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Démonstration en Direct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35634"/>
            <a:ext cx="5324475" cy="18171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35634"/>
            <a:ext cx="5324475" cy="1817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3249959"/>
            <a:ext cx="4930616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Bilan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615630"/>
            <a:ext cx="4695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Le site </a:t>
            </a:r>
            <a:r>
              <a:rPr sz="1350" b="1" i="0" u="none">
                <a:solidFill>
                  <a:srgbClr val="CBD5E1"/>
                </a:solidFill>
                <a:latin typeface="Segoe UI"/>
              </a:rPr>
              <a:t>AfriConnect Summit 2026</a:t>
            </a:r>
            <a:r>
              <a:rPr sz="1350" b="0" i="0" u="none">
                <a:solidFill>
                  <a:srgbClr val="CBD5E1"/>
                </a:solidFill>
                <a:latin typeface="Segoe UI"/>
              </a:rPr>
              <a:t> est entièrement opérationnel, responsive et prêt pour la mise en ligne promotionnelle.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249959"/>
            <a:ext cx="4930616" cy="25137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Acquis Principaux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615630"/>
            <a:ext cx="4695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Maîtrise de la structuration HTML/CSS, manipulation du DOM en JavaScript, gestion de versions Git et déploiement via GitHub Pages.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3259484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259484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Conclusion &amp; Bilan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25055"/>
            <a:ext cx="5400675" cy="20382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825055"/>
            <a:ext cx="5400675" cy="2038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3672780"/>
            <a:ext cx="509063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Mode Sombre (Dark Mode)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038451"/>
            <a:ext cx="48482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Ajout d'un interrupteur de thème dynamique pour personnaliser l'expérience visuelle utilisateur.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3672780"/>
            <a:ext cx="509063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D700"/>
                </a:solidFill>
                <a:latin typeface="Montserrat"/>
              </a:rPr>
              <a:t>Inscription en Ligne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4038451"/>
            <a:ext cx="48482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Segoe UI"/>
              </a:rPr>
              <a:t>Intégration d'un système complet de billetterie et de gestion des réservations en temps réel.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20330"/>
            <a:ext cx="25717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120330"/>
            <a:ext cx="390525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D700"/>
                </a:solidFill>
                <a:latin typeface="Montserrat"/>
              </a:rPr>
              <a:t>Perspectives &amp; Évolutions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11435"/>
            <a:ext cx="11029950" cy="1905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803</Words>
  <Application>Microsoft Office PowerPoint</Application>
  <PresentationFormat>Personnalisé</PresentationFormat>
  <Paragraphs>95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ousmane</dc:creator>
  <dc:description>generated using python-pptx</dc:description>
  <cp:lastModifiedBy>ousmane</cp:lastModifiedBy>
  <cp:revision>4</cp:revision>
  <dcterms:created xsi:type="dcterms:W3CDTF">2013-01-27T09:14:16Z</dcterms:created>
  <dcterms:modified xsi:type="dcterms:W3CDTF">2026-07-28T23:31:42Z</dcterms:modified>
</cp:coreProperties>
</file>